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hyperlink" Target="https://github.com/navassherif98/IBM_Data_Science_Professional_Certification/blob/master/10.Applied_Data_Science_Capstone/Week%201%20Introduction/Data%20Collection%20Api%20.ipynb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hyperlink" Target="https://github.com/navassherif98/IBM_Data_Science_Professional_Certification/blob/master/10.Applied_Data_Science_Capstone/Week%201%20Introduction/Data%20Collection%20with%20Web%20Scraping.ipynb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1%20Introduction/Data%20wrangling%20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Visualization.ipy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SQL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Interactive%20Visual%20Analytics%20with%20Folium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spacex_dash_app.p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4%20Predictive%20Analysis%20(Classification)/Machine%20Learning%20Prediction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professional-certificates/ibm-data-science?&amp;instructor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Navas Sherif I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  <a:hlinkClick r:id="rId2"/>
              </a:rPr>
              <a:t>https://github.com/navassherif98</a:t>
            </a:r>
            <a:endParaRPr lang="en-IN" sz="2400" spc="70" dirty="0">
              <a:solidFill>
                <a:srgbClr val="616E52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lang="en-IN"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/08/2021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635" y="5215508"/>
            <a:ext cx="2988945" cy="1271117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IN" sz="1500" u="sng" spc="-10" dirty="0">
                <a:solidFill>
                  <a:schemeClr val="bg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3"/>
              </a:rPr>
              <a:t>https://github.com/navassherif98/IBM_Data_Science_Professional_Certification/blob/master/10.Applied_Data_Science_Capstone/Week%201%20Introduction/Data%20Collection%20Api%20.ipynb</a:t>
            </a:r>
            <a:endParaRPr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128240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u="sng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17"/>
              </a:rPr>
              <a:t>https://github.com/navassherif98/IBM_Data_Science_Professional_Certification/blob/master/10.Applied_Data_Science_Capstone/Week%201%20Introduction/Data%20Collection%20with%20Web%20Scraping.ipynb</a:t>
            </a:r>
            <a:endParaRPr lang="en-IN"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4082656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https://github.com/navassherif98/IBM_Data_Science_Professional_Certification/blob/master/10.Applied_Data_Science_Capstone/Week%201%20Introduction/Data%20wrangling%20.ipynb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5839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https://github.com/navassherif98/IBM_Data_Science_Professional_Certification/blob/master/10.Applied_Data_Science_Capstone/Week%202%20EDA/EDA%20with%20Visualization.ipynb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392557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https://github.com/navassherif98/IBM_Data_Science_Professional_Certification/blob/master/10.Applied_Data_Science_Capstone/Week%202%20EDA/EDA%20with%20SQL.ipynb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316278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7620">
              <a:lnSpc>
                <a:spcPct val="150100"/>
              </a:lnSpc>
              <a:spcBef>
                <a:spcPts val="300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https://github.com/navassherif98/IBM_Data_Science_Professional_Certification/blob/master/10.Applied_Data_Science_Capstone/Week%203%20Interactive%20Visual%20Analytics%20and%20Dashboard/Interactive%20Visual%20Analytics%20with%20Folium.ipynb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4658711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1557020">
              <a:lnSpc>
                <a:spcPct val="150000"/>
              </a:lnSpc>
              <a:spcBef>
                <a:spcPts val="95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https://github.com/navassherif98/IBM_Data_Science_Professional_Certification/blob/master/10.Applied_Data_Science_Capstone/Week%203%20Interactive%20Visual%20Analytics%20and%20Dashboard/spacex_dash_app.py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https://github.com/navassherif98/IBM_Data_Science_Professional_Certification/blob/master/10.Applied_Data_Science_Capstone/Week%204%20Predictive%20Analysis%20(Classification)/Machine%20Learning%20Prediction.ipynb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513141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u="heavy" spc="-1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rlito"/>
                <a:cs typeface="Carlito"/>
              </a:rPr>
              <a:t>https://github.com/Durgesh-1505/Ibm-Data-science</a:t>
            </a: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3014</Words>
  <Application>Microsoft Office PowerPoint</Application>
  <PresentationFormat>Widescreen</PresentationFormat>
  <Paragraphs>287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durgesh vasuniya</cp:lastModifiedBy>
  <cp:revision>2</cp:revision>
  <dcterms:created xsi:type="dcterms:W3CDTF">2021-08-26T16:53:12Z</dcterms:created>
  <dcterms:modified xsi:type="dcterms:W3CDTF">2025-12-07T04:07:56Z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